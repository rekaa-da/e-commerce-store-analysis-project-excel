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8BE6C-9749-5ABD-11EE-941B04490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6D93E5-92C6-14D1-76DC-C2AA0AD15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D6C6E-8E1A-3E23-1AB8-5BC0CBD86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EBB2-17D0-490F-8B9D-FDD0A43DCFA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177D7-535B-818B-9A22-9ACCDBA34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5E4B6-F67B-4AFE-1842-6E0FED85B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FD8A-0CD1-4A39-BF66-7A637943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60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A7953-D590-99EA-3E27-54EDCF830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BD242-103F-C8BF-121C-A2C5A9681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CD67C-8ADE-0907-4CA6-2F655A6CE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EBB2-17D0-490F-8B9D-FDD0A43DCFA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E7A3B-7098-B396-6696-22CC1F26B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BF115-799A-3C40-1963-30B385DFD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FD8A-0CD1-4A39-BF66-7A637943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95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43854-30DA-3BAE-7718-3E035A2FD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2764E-47C9-8B03-DC82-79E6DE3A8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B8370-8A89-29AB-F4BF-96E337EB7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EBB2-17D0-490F-8B9D-FDD0A43DCFA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BD305-FBFB-CA29-2D08-E9BFA23D1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3118A-EA97-6E8C-F37E-A00FB27D4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FD8A-0CD1-4A39-BF66-7A637943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651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58A31-8BBE-431C-EC90-96C22104A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B457C-9A22-30EB-AE06-E3E5D50583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5BD322-D895-2498-38E2-4FBBC5C1E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3A1EF-C2F3-AA8C-C186-548AC481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EBB2-17D0-490F-8B9D-FDD0A43DCFA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5FEEA-ED52-E532-AE00-0C474C552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1D3A5-BDF2-EE29-CD22-DBD1E4424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FD8A-0CD1-4A39-BF66-7A637943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43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507B3-62E3-C9AC-4ADC-004C092C6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BFF5C-74B6-A352-F228-63C0EA324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46DC4-234C-9607-C852-C1CAB1416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F268DA-6A05-BA09-4C2F-A9D9F3935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543B2B-861E-34CC-8213-1B607BD574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D99BD0-BD70-A467-2506-2BB1EBED3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EBB2-17D0-490F-8B9D-FDD0A43DCFA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1A003E-126D-04D2-2400-BC6911926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7964C4-8D25-8490-3C2A-B723DCF47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FD8A-0CD1-4A39-BF66-7A637943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63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AE73-06D5-C67A-4728-69959F09A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B9D8D0-D3BD-61E7-2208-9B42C40DD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EBB2-17D0-490F-8B9D-FDD0A43DCFA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FE1998-4747-3DBC-6A4C-A68A6BC2F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28DF81-5CFA-A628-B017-9AC40A41A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FD8A-0CD1-4A39-BF66-7A637943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06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B58090-70E4-8970-F224-312CCB549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EBB2-17D0-490F-8B9D-FDD0A43DCFA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E5E1BC-9944-FBAE-EA62-82DD826F9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389AB-F0AD-86F0-5F3D-7247FDD41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FD8A-0CD1-4A39-BF66-7A637943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44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EF645-A141-DA76-F598-CD631874C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5740D-37FE-7B9B-D688-6DC4A55DA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0FD1D8-06F1-667C-AD96-B4D7D7585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DA22F-E552-381C-D145-6FCCF8965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EBB2-17D0-490F-8B9D-FDD0A43DCFA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59FC5A-80AD-50C5-343E-DD5068430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5501D-EF0D-ED76-9BFC-40323EA40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FD8A-0CD1-4A39-BF66-7A637943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950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AE8C5-13C0-09FB-2BBF-70FA0AAF5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12110D-1C41-F0C6-6ACD-33B5266B19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7F4910-4140-A499-9C83-F1B0E4159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0AF9A-BFB1-9A25-5578-FEFB09C00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EBB2-17D0-490F-8B9D-FDD0A43DCFA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BC81B-654B-2927-745F-1D46CEC71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FCA8E-BC89-8E97-2900-B9327E872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FD8A-0CD1-4A39-BF66-7A637943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92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31736-E574-8A06-CB7D-8803D013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50F5D-E5A8-58C3-C597-20103D881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6C699-9EDB-6CA4-C464-DE1B2EA43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EBB2-17D0-490F-8B9D-FDD0A43DCFA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2E5C4-FD22-47ED-6A4A-4AED72068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219A3-7A16-DA34-CFCD-3FBA1D8F2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FD8A-0CD1-4A39-BF66-7A637943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34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75A2F9-02C2-C6C0-D8A5-89C9E4EC4B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D4A333-478B-2410-B317-ED2B5340F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ED06F-B36B-61C6-9EE9-00FC98641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EEBB2-17D0-490F-8B9D-FDD0A43DCFA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F3452-944B-BE5A-0D15-1AB4B9D9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F6E5E-97A5-C3D4-0200-FD2D9357F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3FD8A-0CD1-4A39-BF66-7A637943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832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F4C427-AA91-8BF9-297A-3EA10F745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13B90-0836-8356-9DCE-F854608C7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BC009-58A3-BCF5-F6EC-64525E5A19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EEBB2-17D0-490F-8B9D-FDD0A43DCFA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08F05-1397-E5EC-5C97-E06C4CF3F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A9F6E-8496-033D-26DF-CC51B0260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3FD8A-0CD1-4A39-BF66-7A6379438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31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69222-5AFD-0464-AB10-E5E09947C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A93D95-50CE-602E-8C15-524BB3CB30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91F90E-AD44-667B-5C1F-034BB035F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717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selvarajrekaa@gmail.com</dc:creator>
  <cp:lastModifiedBy>selvarajrekaa@gmail.com</cp:lastModifiedBy>
  <cp:revision>1</cp:revision>
  <dcterms:created xsi:type="dcterms:W3CDTF">2026-04-16T15:41:20Z</dcterms:created>
  <dcterms:modified xsi:type="dcterms:W3CDTF">2026-04-16T15:42:18Z</dcterms:modified>
</cp:coreProperties>
</file>